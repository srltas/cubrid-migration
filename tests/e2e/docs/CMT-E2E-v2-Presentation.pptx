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·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흐름 한눈에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097280" cy="3657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94560"/>
            <a:ext cx="292608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331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DB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11g XE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CUBRID 11.4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17720" y="2194560"/>
            <a:ext cx="292608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2331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migration.sh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92040" y="27889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  → script.xml 생성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  → 실제 마이그레이션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03920" y="2194560"/>
            <a:ext cx="292608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03920" y="2331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869680" y="2788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CUBRID online (target DB)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또는 dump 파일 트리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49040" y="2834640"/>
            <a:ext cx="777240" cy="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635240" y="2834640"/>
            <a:ext cx="777240" cy="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1520" y="4206240"/>
            <a:ext cx="10698480" cy="1417320"/>
          </a:xfrm>
          <a:prstGeom prst="rect">
            <a:avLst/>
          </a:prstGeom>
          <a:solidFill>
            <a:srgbClr val="CADCFC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297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 Framework (Java)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6177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/ Target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컨테이너 부팅 + seed 적용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runner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db.conf + script.xml 동적 생성, sanitize, start 실행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catalog/dump/row 결과를 snapshot 골든과 비교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8521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"실제 DB → migration.sh → 실제 DB.  정말로 옮겨졌는지 검증한다."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CMT Console E2E v2  •  발표자료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·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4-Layer 검증 모델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097280" cy="3657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@Test 메서드 = 정확히 한 layer 의 한 사실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9144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91640" y="2057400"/>
            <a:ext cx="9738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87452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CMT 가 죽지 않았는가?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74520" y="25146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exit 0 + "MIGRATION RESULT: SUCCESS" + no fatal stderr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136392"/>
            <a:ext cx="914400" cy="96012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27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" y="36393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691640" y="3136392"/>
            <a:ext cx="9738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74520" y="322783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객체가 누락 없이 옮겨졌는가?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74520" y="359359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catalog snapshot (classes / synonyms / routines / grants / dump tree)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215384"/>
            <a:ext cx="914400" cy="9601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3068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" y="471830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691640" y="4215384"/>
            <a:ext cx="9738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874520" y="430682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값/타입이 정확한가?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874520" y="467258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columns / indexes / serials / row_counts / representative_rows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294376"/>
            <a:ext cx="914400" cy="960120"/>
          </a:xfrm>
          <a:prstGeom prst="rect">
            <a:avLst/>
          </a:prstGeom>
          <a:solidFill>
            <a:srgbClr val="E8554E"/>
          </a:solidFill>
          <a:ln w="12700">
            <a:solidFill>
              <a:srgbClr val="E855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38581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40080" y="57972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691640" y="5294376"/>
            <a:ext cx="9738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874520" y="5385816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알려진 bug 가 회귀하지 않는가?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874520" y="5751576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query("SELECT…").firstColumn() 로 단일 사실 검증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CMT Console E2E v2  •  발표자료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· CORE 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Snapshot — 시험지·답안지·정답지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097280" cy="3657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338328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91640"/>
            <a:ext cx="3383280" cy="7315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📝  문제지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queries/oracle_to_cubrid.sql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"고객 1번의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customer_code,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credit_limit 은?"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691640"/>
            <a:ext cx="338328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1691640"/>
            <a:ext cx="33832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 답안지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0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 결과 (CMT 실행 후)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514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C001 | A | 12500.75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691640"/>
            <a:ext cx="338328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998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0" y="1691640"/>
            <a:ext cx="3383280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정답지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21040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snapshots/.../representative_rows.txt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2514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C001 | A | 12500.75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golden file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23360" y="2400300"/>
            <a:ext cx="3657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772400" y="2400300"/>
            <a:ext cx="3657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02920" y="3520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두 가지 실행 모드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0080" y="4023360"/>
            <a:ext cx="539496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99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회귀 모드 (default)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2960" y="4617720"/>
            <a:ext cx="5029200" cy="457200"/>
          </a:xfrm>
          <a:prstGeom prst="rect">
            <a:avLst/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46360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mvn test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52120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파일과 actual 결과 비교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다르면 AssertionError + first-diff 위치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63640" y="4023360"/>
            <a:ext cx="539496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55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캡처 모드 (수동 갱신)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46520" y="4617720"/>
            <a:ext cx="5029200" cy="457200"/>
          </a:xfrm>
          <a:prstGeom prst="rect">
            <a:avLst/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46360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mvn test -Dsnapshot.update=true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46520" y="52120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결과를 snapshot 에 그대로 덮어쓰기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git diff 로 review 후 commit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CMT Console E2E v2  •  발표자료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· BEFORE / AFTER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 vs v2 — 코드의 모습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097280" cy="3657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54864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855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5486400" cy="411480"/>
          </a:xfrm>
          <a:prstGeom prst="rect">
            <a:avLst/>
          </a:prstGeom>
          <a:solidFill>
            <a:srgbClr val="E8554E"/>
          </a:solidFill>
          <a:ln w="12700">
            <a:solidFill>
              <a:srgbClr val="E855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190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 (이전)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2286000"/>
            <a:ext cx="5120640" cy="2606040"/>
          </a:xfrm>
          <a:prstGeom prst="rect">
            <a:avLst/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31720"/>
            <a:ext cx="4937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migrate()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expectIndexes(target,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"e2e_db", "MAIN",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List.of(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index("e2e_cust",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"pk_e2e_...",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true, true,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false, 1, false),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index(...),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... 11 lines more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98348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메서드 = 14 종 검증 한꺼번에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클래스 = 315 LOC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1691640"/>
            <a:ext cx="54864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99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691640"/>
            <a:ext cx="5486400" cy="4114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7190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 (현재)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37960" y="2286000"/>
            <a:ext cx="5120640" cy="2606040"/>
          </a:xfrm>
          <a:prstGeom prst="rect">
            <a:avLst/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2331720"/>
            <a:ext cx="4937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@DisplayName("Oracle SEQUENCE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CUBRID SERIAL preserved")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serials_match_snapshot()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run().catalog()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.matchesSnapshot("serials");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498348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메서드 = 1 사실 검증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클래스 = 95 LOC, 10 @Test 분리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585216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배 더 자세한 신호.  그러나 더 짧은 코드.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CMT Console E2E v2  •  발표자료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· LAYOUT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디렉터리 구조 — Java + Resources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097280" cy="3657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11064240" cy="4297680"/>
          </a:xfrm>
          <a:prstGeom prst="rect">
            <a:avLst/>
          </a:prstGeom>
          <a:solidFill>
            <a:srgbClr val="F1F3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108813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tests/e2e/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ARCHITECTURE.md           ← 전체 설계 문서 (D1~D13 ADR)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seed/&lt;db&gt;/SEED_SPEC.md    ← DB 별 seed 명세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src/test/java/com/cmt/e2e/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framework/                ← v2 building blocks (9 패키지)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env/                   CMT_CONSOLE_HOME 검증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source/                컨테이너 + seed 묶음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target/                online or dump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command/               migration.sh 자식 프로세스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runner/                Migration + script.xml builder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verify/                snapshot 비교 도구 + 검증 entry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junit/                 AbstractMigrationE2E (lifecycle)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core/                  CmtTestContext, TestPaths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db/                    Container + Initializer + Drivers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tests/                    ← TC 들이 사는 곳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cli/CliTest.java       (8 @Test)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migration/{oracle,cubrid}/{ToCubrid,ToDump}Test.java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src/test/resources/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db/&lt;engine&gt;/{init,ref_schema,main_schema}/V*.sql   ← Flyway seed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queries/&lt;scenario&gt;.sql                             ← 검증용 SQL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snapshots/&lt;scenario&gt;/...                           ← golden 결과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608076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핵심:  Java 코드는 "무엇을 검증할지"만 정의.  "정답"은 모두 resources/snapshots/ 에 외부화.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CMT Console E2E v2  •  발표자료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· ABSTRACTIONS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핵심 building block + Lifecycle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097280" cy="3657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208483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91640"/>
            <a:ext cx="2084832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2880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컨테이너 + seed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07792" y="1691640"/>
            <a:ext cx="208483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07792" y="1691640"/>
            <a:ext cx="2084832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99232" y="182880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99232" y="22402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or dump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75504" y="1691640"/>
            <a:ext cx="208483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75504" y="1691640"/>
            <a:ext cx="2084832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66944" y="182880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66944" y="22402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CMT 실행 runner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43216" y="1691640"/>
            <a:ext cx="208483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43216" y="1691640"/>
            <a:ext cx="2084832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34656" y="182880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MigrationOutcome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534656" y="22402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verify entry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10928" y="1691640"/>
            <a:ext cx="208483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710928" y="1691640"/>
            <a:ext cx="2084832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02368" y="182880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verify/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802368" y="22402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비교 도구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0" y="2194560"/>
            <a:ext cx="146304" cy="0"/>
          </a:xfrm>
          <a:prstGeom prst="line">
            <a:avLst/>
          </a:prstGeom>
          <a:noFill/>
          <a:ln w="25400">
            <a:solidFill>
              <a:srgbClr val="4A6FA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010912" y="2194560"/>
            <a:ext cx="146304" cy="0"/>
          </a:xfrm>
          <a:prstGeom prst="line">
            <a:avLst/>
          </a:prstGeom>
          <a:noFill/>
          <a:ln w="25400">
            <a:solidFill>
              <a:srgbClr val="4A6FA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278624" y="2194560"/>
            <a:ext cx="146304" cy="0"/>
          </a:xfrm>
          <a:prstGeom prst="line">
            <a:avLst/>
          </a:prstGeom>
          <a:noFill/>
          <a:ln w="25400">
            <a:solidFill>
              <a:srgbClr val="4A6FA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546336" y="2194560"/>
            <a:ext cx="146304" cy="0"/>
          </a:xfrm>
          <a:prstGeom prst="line">
            <a:avLst/>
          </a:prstGeom>
          <a:noFill/>
          <a:ln w="25400">
            <a:solidFill>
              <a:srgbClr val="4A6FA5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502920" y="2971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Lifecycle — 한 클래스의 시간축 (PER_CLASS)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640080" y="3611880"/>
            <a:ext cx="110642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83080" y="3703320"/>
            <a:ext cx="365760" cy="365760"/>
          </a:xfrm>
          <a:prstGeom prst="ellipse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@BeforeAll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89320" y="3703320"/>
            <a:ext cx="365760" cy="365760"/>
          </a:xfrm>
          <a:prstGeom prst="ellipse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 × 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195560" y="3703320"/>
            <a:ext cx="365760" cy="365760"/>
          </a:xfrm>
          <a:prstGeom prst="ellipse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0684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@AfterAll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" y="4617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@BeforeAll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926080" y="461772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start  +  seed  +  Migration.run()  →  outcome 캐시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" y="4983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 × 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926080" y="49834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테스트가 캐시된 outcome 을 read-only 검증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" y="5349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@AfterAll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926080" y="534924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close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080" y="5760720"/>
            <a:ext cx="11064240" cy="731520"/>
          </a:xfrm>
          <a:prstGeom prst="rect">
            <a:avLst/>
          </a:prstGeom>
          <a:solidFill>
            <a:srgbClr val="CADCFC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680" y="5897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컨테이너 부팅과 CMT 실행은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클래스당 1회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각 @Test 는 캐시된 결과를 read-only 검증 → 빠르고 독립적.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0292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CMT Console E2E v2  •  발표자료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TC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32개 테스트 — 두 그룹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097280" cy="3657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3657600" cy="4572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945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3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tests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937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 @Disabled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단위 테스트 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6280" y="1691640"/>
            <a:ext cx="71780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A6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691640"/>
            <a:ext cx="109728" cy="182880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783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🟢  CLI (8)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21945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CliTest  ─  migration.sh 자체 검증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542032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컨테이너 없음, 빠름 (~5초 합계)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CLI-01 ~ CLI-08:  dispatch (start/script/log/report/unknown)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+ first-run filesystem (workspace dir, log append)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26280" y="3657600"/>
            <a:ext cx="7178040" cy="2606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B99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26280" y="3657600"/>
            <a:ext cx="109728" cy="260604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749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🗄️  Migration (24)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54880" y="41605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DB → CMT → target round-trip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4526280"/>
          <a:ext cx="68580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280160"/>
                <a:gridCol w="15544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시나리오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@Test 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 →  CUBRID online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 →  Dump 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CUBRID  →  CUBRID online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CUBRID  →  Dump 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0292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CMT Console E2E v2  •  발표자료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CLI TESTS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CliTest — 8개 (migration.sh 자체)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097280" cy="3657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없음.  컨테이너 없음.  순수 binary 의 plumbing 검증.  5초.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377440"/>
                <a:gridCol w="7772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검증 대상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구체 케이스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6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도움말 출력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./migration.sh   →   start, script, log, report 모두 나열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6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dispatch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./migration.sh start &lt;bad&gt;.xml   →   start 도움말 (-sd token)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6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dispatch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./migration.sh script   →   script 도움말 (-schema)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6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CLI-04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dispatch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./migration.sh log   →   log 도움말 (-ps)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6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CLI-05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dispatch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./migration.sh report   →   report 도움말 (-ao)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6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CLI-06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command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./migration.sh bogus_cmd   →   start 도움말 fallback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6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CLI-07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workspace dirs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첫 호출 후  workspace/cmt/log,  workspace/cmt/report  자동 생성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6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CLI-08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append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두 번째 호출 시  cubrid-migration.log  크기 증가 (append 동작)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594360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깨지면 다른 모든 migration 테스트가 무의미.  binary 의 "plumbing 안전망".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CMT Console E2E v2  •  발표자료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MIGRATION TESTS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OracleToCubridTest — 10 tests (4-Layer 분리)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097280" cy="3657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11064240" cy="548640"/>
          </a:xfrm>
          <a:prstGeom prst="rect">
            <a:avLst/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@MigrationE2E(name = "oracle_to_cubrid")  class OracleToCubridTest extends AbstractMigrationE2E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9456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67665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검증 대상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migration_succeeds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0 + "MIGRATION RESULT: SUCCESS" + no fatal stderr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classes_match_snapshot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모든 user 테이블/뷰가 target catalog 에 존재 (db_class)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synonyms_match_snapshot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cross-schema synonym 보존 (db_synonym)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routines_match_snapshot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/ PROCEDURE 보존 (db_stored_procedure)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grants_match_snapshot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 권한 보존 (db_auth)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columns_match_snapshot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컬럼 타입 / precision / scale / nullable 정확 (db_attribute)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indexes_match_snapshot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/ UK / FK / functional + 컬럼 매핑 (db_index + db_index_key)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serials_match_snapshot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SEQUENCE → CUBRID SERIAL 의 current_val 보존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row_counts_match_snapshot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사용자 모든 테이블의 SELECT COUNT(*) 일치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representative_rows_match_snapshot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8개 대표 row spot-check (queries/oracle_to_cubrid.sql)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1264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CubridToCubridTest 도 정확히 같은 10 패턴.  source 만 CUBRID 로 다름.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CMT Console E2E v2  •  발표자료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REPRESENTATIVE ROWS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queries/oracle_to_cubrid.sql — 8 spot-check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097280" cy="3657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8 query 가 통과 = 비즈니스 그래프 + type-test row + view + synonym 모두 round-trip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291840"/>
                <a:gridCol w="5943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@label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무엇을 검증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위치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business values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기본 비즈니스 컬럼 (code, name, alias, status, credit_limit)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=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order-line composite-key relationship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+ 2-column composite PK 검증 (3-table JOIN)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order_id=1, line_no=1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self-reference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to self (Manager A → CEO 보존)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employee_id =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type R_MIN row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 / VARCHAR / NCHAR / NVARCHAR 의 minimum 경계값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=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type R_REPRESENTATIVE row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/ DECIMAL / NUMBER(p,s) 의 대표값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= 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date R_EPOCH row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1970-01-01 boundary 검증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=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is queryable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VCLASS 가 동작 — SELECT COUNT(*) FROM e2e_order_summary_v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ref_audit synonym 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cross-schema synonym dereference — SELECT COUNT FROM synonym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989320"/>
            <a:ext cx="11064240" cy="457200"/>
          </a:xfrm>
          <a:prstGeom prst="rect">
            <a:avLst/>
          </a:prstGeom>
          <a:solidFill>
            <a:srgbClr val="CADCFC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row 컨벤션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(SEED_SPEC §5):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id=1 R_NULL · 2 R_EMPTY · 3 R_MIN · 4 R_MAX · 5 R_UNICODE · 6 R_REPRESENTATIVE · 7 R_BOUNDARY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CMT Console E2E v2  •  발표자료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CMT 한계 우회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Anti-coverage + Sanitize Pipeline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097280" cy="3657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CUBRID source 시 발견된 3 종 한계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5486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55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965960"/>
            <a:ext cx="91440" cy="1078992"/>
          </a:xfrm>
          <a:prstGeom prst="rect">
            <a:avLst/>
          </a:prstGeom>
          <a:solidFill>
            <a:srgbClr val="E8554E"/>
          </a:solidFill>
          <a:ln w="12700">
            <a:solidFill>
              <a:srgbClr val="E855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05740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DBA / PUBLIC system schemas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42316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 로 introspect → import 시 fail (5 records 누락)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5486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55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172968"/>
            <a:ext cx="91440" cy="1078992"/>
          </a:xfrm>
          <a:prstGeom prst="rect">
            <a:avLst/>
          </a:prstGeom>
          <a:solidFill>
            <a:srgbClr val="E8554E"/>
          </a:solidFill>
          <a:ln w="12700">
            <a:solidFill>
              <a:srgbClr val="E855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64408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/ LIST / SEQUENCE 컬럼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3630168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e2e_cubrid_collection_types 의 record round-trip 불가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379976"/>
            <a:ext cx="5486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554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379976"/>
            <a:ext cx="91440" cy="1078992"/>
          </a:xfrm>
          <a:prstGeom prst="rect">
            <a:avLst/>
          </a:prstGeom>
          <a:solidFill>
            <a:srgbClr val="E8554E"/>
          </a:solidFill>
          <a:ln w="12700">
            <a:solidFill>
              <a:srgbClr val="E855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471416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index (idxf_*)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837176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CUBRIDSchemaFetcher 가 expression 미emit → import fail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15544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ScriptXmlBuilder.sanitize() — 5 단계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55080" y="196596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00253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196596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&lt;migration name="_yyyymmddhhmm"&gt; timestamp suffix 제거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1064240" y="2029968"/>
            <a:ext cx="384048" cy="25603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064240" y="20574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355080" y="2532888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256946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253288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wizard_start_date_time → "000000000000"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1064240" y="2596896"/>
            <a:ext cx="384048" cy="25603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064240" y="26243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355080" y="3099816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313639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0" y="309981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&lt;table name="flyway_schema_history"&gt; 제거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1064240" y="3163824"/>
            <a:ext cx="384048" cy="25603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064240" y="319125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355080" y="366674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370332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58000" y="3666744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&lt;schema source="DBA"/&gt; + &lt;schema source="PUBLIC"/&gt; 제거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1064240" y="3730752"/>
            <a:ext cx="384048" cy="256032"/>
          </a:xfrm>
          <a:prstGeom prst="rect">
            <a:avLst/>
          </a:prstGeom>
          <a:solidFill>
            <a:srgbClr val="E8554E"/>
          </a:solidFill>
          <a:ln w="12700">
            <a:solidFill>
              <a:srgbClr val="E8554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064240" y="375818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355080" y="423367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427024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58000" y="423367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e2e_cubrid_collection_types + idxf_* 제거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1064240" y="4297680"/>
            <a:ext cx="384048" cy="256032"/>
          </a:xfrm>
          <a:prstGeom prst="rect">
            <a:avLst/>
          </a:prstGeom>
          <a:solidFill>
            <a:srgbClr val="E8554E"/>
          </a:solidFill>
          <a:ln w="12700">
            <a:solidFill>
              <a:srgbClr val="E8554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064240" y="432511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40080" y="5897880"/>
            <a:ext cx="1106424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Framework 가 CMT 한계를 우회.  v2 는 정상 객체의 회귀 보호에 집중.   </a:t>
            </a:r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ARCHITECTURE.md  D6~D9 ADR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0292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CMT Console E2E v2  •  발표자료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TOOLS &amp; TEMPLATE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verify/ 8 도구  +  TC 작성 template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097280" cy="3657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verify/ 8 클래스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🧰 Infrastructure (3) — 도구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5349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Tabulator   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ResultSet → psql 표 텍스트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SnapshotStore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파일 비교 + -Dsnapshot.update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CatalogQueries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CUBRID catalog SQL 8 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Verifier (5) — 테스트가 직접 호출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794760"/>
            <a:ext cx="5349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CatalogSnapshot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run().catalog().matchesSnapshot(...)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RowCounts   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run().rowCounts().matchesSnapshot(...)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RowQuery    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run().query("SELECT...").firstColumn()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RowQueries  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run().queries(file).matchesSnapshot(...)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DumpSnapshot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run().dumpfile().matchesSnapshot()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55080" y="15544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 템플릿 (한 사실 = 한 메서드)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55080" y="1920240"/>
            <a:ext cx="5349240" cy="4114800"/>
          </a:xfrm>
          <a:prstGeom prst="rect">
            <a:avLst/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01168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@MigrationE2E(name = "oracle_to_cubrid")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OracleToCubridTest extends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AbstractMigrationE2E {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 Source source()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Sources.oracleE2eSeed();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 Target target()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Targets.cubridOnline();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@DisplayName("CMT exits 0 + SUCCESS")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migration_succeeds()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run().expectSuccess()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.expectNoFatalStderr();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@DisplayName("Indexes preserved")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indexes_match_snapshot()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c = run().catalog();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c.matchesSnapshot("indexes");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c.matchesSnapshot("index_keys");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한 사실 한 메서드, 1~3 LOC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CMT Console E2E v2  •  발표자료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RUN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실행 명령 + Snapshot 갱신 5단계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097280" cy="3657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실행 명령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486400" cy="4206240"/>
          </a:xfrm>
          <a:prstGeom prst="rect">
            <a:avLst/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65960"/>
            <a:ext cx="5349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사전 준비 (한 번만)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./build.sh -p 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tar xzf target/CMT-*.tar.gz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--strip-components=1 -C cmt-console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export CMT_CONSOLE_HOME=$(pwd)/cmt-console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전체 회귀 (CI 와 동일)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run --rm e2e-test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mvn test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단일 시나리오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run --rm e2e-test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mvn test -Dtest=OracleToCubridTest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단일 사실 (가장 빠른 디버깅)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run --rm e2e-test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mvn test -Dtest='OracleToCubridTest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#serials_match_snapshot'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Snapshot 갱신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run --rm e2e-test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mvn test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-Dtest='OracleToCubridTest'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-Dsnapshot.update=true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355080" y="15544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Snapshot 갱신 5단계 protocol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19202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965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49440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어떤 시나리오 갱신?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9440" y="21945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L1/L2/L3 어디가 깨졌는지 파악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55080" y="2761488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807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49440" y="27614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캡처 모드 실행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49440" y="303580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mvn -Dsnapshot.update=true test -Dtest='...'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55080" y="360273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6484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49440" y="36027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diff 로 review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9440" y="387705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각 라인이 "어떤 CMT 동작 변화"인지 설명 가능해야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55080" y="444398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44897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49440" y="44439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회귀 모드 재실행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9440" y="471830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-Dsnapshot.update 없이 재실행 → 결정성 확인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55080" y="528523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53309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49440" y="52852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(사유 명시)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49440" y="55595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"Absorb CMT pk naming change"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CMT Console E2E v2  •  발표자료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EXTENSIBILITY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새 source DB 추가 — PostgreSQL 예시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097280" cy="3657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캡처는 자동.  사람은 "무엇을 검증할지"만 정의.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023360"/>
                <a:gridCol w="521208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산출물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누가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PostgresContainer.java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testcontainers 래퍼 (Oracle 패턴 답습)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PostgresDatabaseInitializer.java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Flyway 시드 적용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Sources.postgresE2eSeed()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 메서드 추가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db/postgres/V*.sql 시드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dialect 의 SQL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PostgresToCubridTest.java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@Test (50 LOC, Oracle 과 동일 패턴)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queries/postgres_to_cubrid.sql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representative SELECT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snapshot 자동 캡처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mvn test -Dsnapshot.update=true … → 10 파일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166360"/>
            <a:ext cx="11064240" cy="1280160"/>
          </a:xfrm>
          <a:prstGeom prst="rect">
            <a:avLst/>
          </a:prstGeom>
          <a:solidFill>
            <a:srgbClr val="CADCFC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52578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 — 자동 캡처의 의미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55778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mvn test -Dtest=PostgresToCubridTest -Dsnapshot.update=true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컨테이너 부팅 + CMT 실행 + 9 catalog 쿼리 + 8 representative query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snapshots/postgres_to_cubrid/*.txt  10 파일 자동 생성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사람은 review + 의사결정만 (anti-coverage 발견 시 sanitize 추가)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CMT Console E2E v2  •  발표자료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CLOSING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 가 보호하는 것 / 보호하지 않는 것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097280" cy="3657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548640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B99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5486400" cy="5029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보호한다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CMT 가 죽지 않는다 (exit 0)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coverage  (테이블/인덱스/synonym 등 누락)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fidelity  (값/타입/null/precision)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컬럼 매핑 + asc/desc + composite key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Sequence/Serial current_val 보존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Cross-schema synonym + grant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/ PROCEDURE 코드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 파일 형식 (DDL + 인덱스 + data)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알려진 CMT 한계의 회귀 (sanitize 가 막는 영역)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691640"/>
            <a:ext cx="548640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55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1691640"/>
            <a:ext cx="5486400" cy="502920"/>
          </a:xfrm>
          <a:prstGeom prst="rect">
            <a:avLst/>
          </a:prstGeom>
          <a:solidFill>
            <a:srgbClr val="E8554E"/>
          </a:solidFill>
          <a:ln w="12700">
            <a:solidFill>
              <a:srgbClr val="E855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  보호하지 않는다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37960" y="233172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(속도, 메모리 사용량)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동시성 / race condition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row 같은 큰 데이터셋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알려지지 않은 새 source DB 의 한계 발견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↳  별도 시나리오로 추가해야 발견 가능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그래픽 콘솔 동작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Anti-coverage 결정된 케이스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↳  CUBRID collection types, idxf_*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5852160"/>
            <a:ext cx="110642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&amp; A   ─   다음 단계: PR review · DEFERRED DB 우선순위 · L4 regression 추가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CMT Console E2E v2  •  발표자료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CMT Console E2E v2</dc:title>
  <dc:subject>PptxGenJS Presentation</dc:subject>
  <dc:creator>CUBRID</dc:creator>
  <cp:lastModifiedBy>CUBRID</cp:lastModifiedBy>
  <cp:revision>1</cp:revision>
  <dcterms:created xsi:type="dcterms:W3CDTF">2026-04-29T14:50:37Z</dcterms:created>
  <dcterms:modified xsi:type="dcterms:W3CDTF">2026-04-29T14:50:37Z</dcterms:modified>
</cp:coreProperties>
</file>